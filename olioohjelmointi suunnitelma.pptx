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FD6BD-9D72-48FB-A144-43901F00AE23}" v="3" dt="2026-01-10T12:25:36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i Mustafa" userId="65b14560-7ccb-4f23-962b-9a5ed94da0af" providerId="ADAL" clId="{A4B9F2D7-F796-4C9E-B307-FE1B93335B19}"/>
    <pc:docChg chg="undo custSel modSld">
      <pc:chgData name="Abdi Mustafa" userId="65b14560-7ccb-4f23-962b-9a5ed94da0af" providerId="ADAL" clId="{A4B9F2D7-F796-4C9E-B307-FE1B93335B19}" dt="2026-01-10T12:26:07.025" v="17" actId="113"/>
      <pc:docMkLst>
        <pc:docMk/>
      </pc:docMkLst>
      <pc:sldChg chg="modSp mod">
        <pc:chgData name="Abdi Mustafa" userId="65b14560-7ccb-4f23-962b-9a5ed94da0af" providerId="ADAL" clId="{A4B9F2D7-F796-4C9E-B307-FE1B93335B19}" dt="2026-01-10T12:24:53.468" v="4" actId="113"/>
        <pc:sldMkLst>
          <pc:docMk/>
          <pc:sldMk cId="4203711609" sldId="259"/>
        </pc:sldMkLst>
        <pc:spChg chg="mod">
          <ac:chgData name="Abdi Mustafa" userId="65b14560-7ccb-4f23-962b-9a5ed94da0af" providerId="ADAL" clId="{A4B9F2D7-F796-4C9E-B307-FE1B93335B19}" dt="2026-01-10T12:24:53.468" v="4" actId="113"/>
          <ac:spMkLst>
            <pc:docMk/>
            <pc:sldMk cId="4203711609" sldId="259"/>
            <ac:spMk id="3" creationId="{A22424F2-E687-B8FF-7D85-1272A555E2D5}"/>
          </ac:spMkLst>
        </pc:spChg>
      </pc:sldChg>
      <pc:sldChg chg="modSp mod">
        <pc:chgData name="Abdi Mustafa" userId="65b14560-7ccb-4f23-962b-9a5ed94da0af" providerId="ADAL" clId="{A4B9F2D7-F796-4C9E-B307-FE1B93335B19}" dt="2026-01-10T12:25:24.872" v="9" actId="113"/>
        <pc:sldMkLst>
          <pc:docMk/>
          <pc:sldMk cId="1395084228" sldId="260"/>
        </pc:sldMkLst>
        <pc:spChg chg="mod">
          <ac:chgData name="Abdi Mustafa" userId="65b14560-7ccb-4f23-962b-9a5ed94da0af" providerId="ADAL" clId="{A4B9F2D7-F796-4C9E-B307-FE1B93335B19}" dt="2026-01-10T12:25:24.872" v="9" actId="113"/>
          <ac:spMkLst>
            <pc:docMk/>
            <pc:sldMk cId="1395084228" sldId="260"/>
            <ac:spMk id="3" creationId="{A515EAEB-5EAC-C9BC-9D68-A37961A808AE}"/>
          </ac:spMkLst>
        </pc:spChg>
      </pc:sldChg>
      <pc:sldChg chg="modSp mod">
        <pc:chgData name="Abdi Mustafa" userId="65b14560-7ccb-4f23-962b-9a5ed94da0af" providerId="ADAL" clId="{A4B9F2D7-F796-4C9E-B307-FE1B93335B19}" dt="2026-01-10T12:26:07.025" v="17" actId="113"/>
        <pc:sldMkLst>
          <pc:docMk/>
          <pc:sldMk cId="706180259" sldId="261"/>
        </pc:sldMkLst>
        <pc:spChg chg="mod">
          <ac:chgData name="Abdi Mustafa" userId="65b14560-7ccb-4f23-962b-9a5ed94da0af" providerId="ADAL" clId="{A4B9F2D7-F796-4C9E-B307-FE1B93335B19}" dt="2026-01-10T12:26:07.025" v="17" actId="113"/>
          <ac:spMkLst>
            <pc:docMk/>
            <pc:sldMk cId="706180259" sldId="261"/>
            <ac:spMk id="3" creationId="{ADAAE83B-C94D-8FB9-0508-726FF2C4D0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5760E37-DEB9-A4DE-3850-0824506FA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A15A2D3A-E234-0839-16AF-CE366317B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A08B382-56A4-98BC-57EA-F66FE75D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9E3841B-5536-20A3-06E9-EB6EE8F9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3C4BC1E-6694-0761-A76A-1BDC9826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6799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A18E658-9676-4985-5AF1-05CD0655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CC4D02B-539C-1F4E-29F6-0E16A97B8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9267B35-43AD-DF8D-F743-3CF6FBB0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A2261B0-B7A1-DE47-B98D-16E446E2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498AEB0-3C2E-FD2F-A169-C9901FB0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142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987F7BB-AEA1-01B8-7447-83E0829F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845253B1-06C4-C9AA-DB39-3C4E3411C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F6361CB-97AE-ABF2-BADC-DBEC4149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9987A24-B898-962C-C752-BEB78DBA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3B9690B-3263-7FD4-C926-CF826784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8696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E66A734-E14C-7C80-D6AC-09D90249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29F49F4-C6B7-4590-EFAB-201FBC2CD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8885D5C5-1937-D681-F85F-C2AC392A9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A6D2D93-0D9E-AE52-AD5E-CFB5219F2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D204136D-9FC7-EDB4-5131-F77E8A23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6A138E9-0542-D625-D688-607AD0F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4082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3186578-2187-7369-35A2-6F5F9C02A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7EA1AA02-7D2C-D6F6-EA16-9D23DE59A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3F02942D-3FEC-76DB-37AA-7598F842C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1B2F1087-55DE-46A3-22C3-CF4FDF18A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82A10935-52EB-3477-ED7C-4FED22C6B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BF0E3F14-22A1-0952-D4D0-8B69794D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25D96B8B-4F29-92E2-C4B7-33565418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D77BDF0A-C1CD-157D-9D70-F19E5A69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552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9C9BB35-098D-2024-C207-30DCCC68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CECD6C6F-4587-ECF1-0035-151BC8C8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DB86AF04-3EE7-B964-2D00-3D62FCF3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AECC635-7F22-5675-ADC3-0FF63CC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534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81C06B36-915D-4844-AB84-D009DFA5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BD52CBFA-9586-D076-8AF6-A1510E00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B145A46-B55E-583C-684C-D1087A3D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160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A90888B-EFC2-ADF2-3912-4B175AD5F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449DDDA-1DED-BBCF-6F69-971F1C733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BB389270-A8CD-3D96-75A7-D33CDB4A3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B8B5F47-A89D-FBFC-AA1F-3BB92A6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B4ADD0E-A566-03AB-D333-61335671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D12A6B9-BC07-D21E-8EF2-372AFA53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1764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9973900-309E-B83E-B9C1-692FAA69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A5AC7B18-A2AB-146C-7EA7-D777839CE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9D89D5EE-0673-2259-986C-B9F666765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91BFB03-48C3-36B2-87BF-1C94FE0C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FD0F9B9A-B4CA-E882-2442-DD786008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F82E95C-29DE-5F1A-46D5-3F510DD2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13249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C87C923-3ACB-BE6B-3B1F-5B7887EF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B9E0A2EA-6111-6C6B-A47A-E6B39DE8D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1BDDCD8-6614-34B6-58BC-743F8372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B2B4EDF-6C79-4A80-3DFC-097DB93D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D4B51DA-7C13-77AD-4689-0DFA93C4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927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99825642-46A9-DD14-51F0-B39D8201C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E07FE1FF-1AE5-9E04-69FE-ABC89F0EB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CA8B3D8-9A98-4F22-F140-B072C27F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2FE0B6A-5903-06B1-4DEA-5C6B95E0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74DF205-0F92-A476-81A7-A51080B6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6626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26C44E89-C410-0E52-029D-171A1E4E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EE175774-FC9A-DEA4-DB0B-C7E687645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CAADB11-0EFE-1F71-4EAC-5BFBC9BEF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521D0-DD75-433D-AEB9-9BD93FA0881E}" type="datetimeFigureOut">
              <a:rPr lang="fi-FI" smtClean="0"/>
              <a:t>10.1.2026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DFBF401-55B2-D895-411D-02AADC93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9B29614-D178-7C7E-1DE0-F923A3406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95151-A6FD-4C2D-9082-800FB9D0B49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6816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AB00C17-A978-0187-5F38-E8EA2D2E0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OLIO-OHJELMA</a:t>
            </a:r>
            <a:br>
              <a:rPr lang="fi-FI" dirty="0"/>
            </a:br>
            <a:r>
              <a:rPr lang="fi-FI" dirty="0"/>
              <a:t>HARJOITUSTYÖ SUUNNITELMA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32A9A14-455F-2DE3-8065-263D3C95D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MUSTAFA</a:t>
            </a:r>
          </a:p>
        </p:txBody>
      </p:sp>
    </p:spTree>
    <p:extLst>
      <p:ext uri="{BB962C8B-B14F-4D97-AF65-F5344CB8AC3E}">
        <p14:creationId xmlns:p14="http://schemas.microsoft.com/office/powerpoint/2010/main" val="195679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67E5DF2-4FD6-0577-8408-233856C5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mitkä luokkamuuttujat voisivat olla </a:t>
            </a:r>
            <a:r>
              <a:rPr lang="fi-FI" dirty="0" err="1"/>
              <a:t>public</a:t>
            </a:r>
            <a:r>
              <a:rPr lang="fi-FI" dirty="0"/>
              <a:t> ja mitkä </a:t>
            </a:r>
            <a:r>
              <a:rPr lang="fi-FI" dirty="0" err="1"/>
              <a:t>private</a:t>
            </a:r>
            <a:r>
              <a:rPr lang="fi-FI" dirty="0"/>
              <a:t>?</a:t>
            </a:r>
            <a:br>
              <a:rPr lang="fi-FI" dirty="0"/>
            </a:b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2B8DBDE-5879-E0E6-2FBE-B6E50C2B0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Luokkamuuttajat, jotka voisivat olla </a:t>
            </a:r>
            <a:r>
              <a:rPr lang="fi-FI" dirty="0" err="1"/>
              <a:t>public</a:t>
            </a:r>
            <a:r>
              <a:rPr lang="fi-FI" dirty="0"/>
              <a:t> pelissä on esim. pelaajan nimi ja sijainti</a:t>
            </a:r>
          </a:p>
          <a:p>
            <a:r>
              <a:rPr lang="fi-FI" dirty="0"/>
              <a:t>Luokkamuuttajat mitä pitäisi olla </a:t>
            </a:r>
            <a:r>
              <a:rPr lang="fi-FI" dirty="0" err="1"/>
              <a:t>private</a:t>
            </a:r>
            <a:r>
              <a:rPr lang="fi-FI" dirty="0"/>
              <a:t> pelissä on esim. pelaajan aseet, HP ja </a:t>
            </a:r>
            <a:r>
              <a:rPr lang="fi-FI" dirty="0" err="1"/>
              <a:t>inventory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740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D0F4B27-3794-896C-4E77-832713CD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mitkä pelin funktiot kuuluvat mihinkin luokkaan, tarvitsetko lisää funktioita?</a:t>
            </a:r>
            <a:br>
              <a:rPr lang="fi-FI" dirty="0"/>
            </a:b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FA81C0E-5DEE-EEC2-E2CD-19076686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Playercharcter</a:t>
            </a:r>
            <a:r>
              <a:rPr lang="fi-FI" dirty="0"/>
              <a:t> </a:t>
            </a:r>
            <a:r>
              <a:rPr lang="fi-FI" dirty="0">
                <a:sym typeface="Wingdings" panose="05000000000000000000" pitchFamily="2" charset="2"/>
              </a:rPr>
              <a:t></a:t>
            </a:r>
            <a:r>
              <a:rPr lang="fi-FI" dirty="0"/>
              <a:t> </a:t>
            </a:r>
            <a:r>
              <a:rPr lang="fi-FI" dirty="0" err="1"/>
              <a:t>Giveitem</a:t>
            </a:r>
            <a:r>
              <a:rPr lang="fi-FI" dirty="0"/>
              <a:t>, </a:t>
            </a:r>
            <a:r>
              <a:rPr lang="fi-FI" dirty="0" err="1"/>
              <a:t>Useitem</a:t>
            </a:r>
            <a:r>
              <a:rPr lang="fi-FI" dirty="0"/>
              <a:t>, </a:t>
            </a:r>
            <a:r>
              <a:rPr lang="fi-FI" dirty="0" err="1"/>
              <a:t>Givedamage</a:t>
            </a:r>
            <a:endParaRPr lang="fi-FI" dirty="0"/>
          </a:p>
          <a:p>
            <a:r>
              <a:rPr lang="fi-FI" dirty="0" err="1"/>
              <a:t>Monster</a:t>
            </a:r>
            <a:r>
              <a:rPr lang="fi-FI" dirty="0"/>
              <a:t> </a:t>
            </a:r>
            <a:r>
              <a:rPr lang="fi-FI" dirty="0">
                <a:sym typeface="Wingdings" panose="05000000000000000000" pitchFamily="2" charset="2"/>
              </a:rPr>
              <a:t> </a:t>
            </a:r>
            <a:r>
              <a:rPr lang="fi-FI" dirty="0" err="1">
                <a:sym typeface="Wingdings" panose="05000000000000000000" pitchFamily="2" charset="2"/>
              </a:rPr>
              <a:t>Takedamage</a:t>
            </a:r>
            <a:endParaRPr lang="fi-FI" dirty="0">
              <a:sym typeface="Wingdings" panose="05000000000000000000" pitchFamily="2" charset="2"/>
            </a:endParaRPr>
          </a:p>
          <a:p>
            <a:r>
              <a:rPr lang="fi-FI" dirty="0" err="1">
                <a:sym typeface="Wingdings" panose="05000000000000000000" pitchFamily="2" charset="2"/>
              </a:rPr>
              <a:t>Map</a:t>
            </a:r>
            <a:r>
              <a:rPr lang="fi-FI" dirty="0">
                <a:sym typeface="Wingdings" panose="05000000000000000000" pitchFamily="2" charset="2"/>
              </a:rPr>
              <a:t>  </a:t>
            </a:r>
            <a:r>
              <a:rPr lang="fi-FI" dirty="0" err="1">
                <a:sym typeface="Wingdings" panose="05000000000000000000" pitchFamily="2" charset="2"/>
              </a:rPr>
              <a:t>Iswalkable</a:t>
            </a:r>
            <a:endParaRPr lang="fi-FI" dirty="0">
              <a:sym typeface="Wingdings" panose="05000000000000000000" pitchFamily="2" charset="2"/>
            </a:endParaRP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90841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FDBF9BC-52D6-01DD-2577-23A4D5D9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mitkä luokat voisivat periytyä toisista luokista?</a:t>
            </a:r>
            <a:br>
              <a:rPr lang="fi-FI" dirty="0"/>
            </a:b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22424F2-E687-B8FF-7D85-1272A555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b="1" dirty="0" err="1"/>
              <a:t>Enemy</a:t>
            </a:r>
            <a:r>
              <a:rPr lang="fi-FI" dirty="0"/>
              <a:t> ja </a:t>
            </a:r>
            <a:r>
              <a:rPr lang="fi-FI" b="1" dirty="0"/>
              <a:t>Player</a:t>
            </a:r>
            <a:r>
              <a:rPr lang="fi-FI" dirty="0"/>
              <a:t> voivat periä luokan </a:t>
            </a:r>
            <a:r>
              <a:rPr lang="fi-FI" b="1" dirty="0" err="1"/>
              <a:t>Character</a:t>
            </a:r>
            <a:r>
              <a:rPr lang="fi-FI" dirty="0"/>
              <a:t>.</a:t>
            </a:r>
            <a:br>
              <a:rPr lang="fi-FI" dirty="0"/>
            </a:br>
            <a:r>
              <a:rPr lang="fi-FI" b="1" dirty="0" err="1"/>
              <a:t>Character</a:t>
            </a:r>
            <a:r>
              <a:rPr lang="fi-FI" b="1" dirty="0"/>
              <a:t> </a:t>
            </a:r>
            <a:r>
              <a:rPr lang="fi-FI" dirty="0"/>
              <a:t>sisältää terveyden ja sijainnin.</a:t>
            </a:r>
            <a:br>
              <a:rPr lang="fi-FI" dirty="0"/>
            </a:br>
            <a:r>
              <a:rPr lang="fi-FI" dirty="0"/>
              <a:t>Periytyminen vähentää toistuvaa koodia.</a:t>
            </a:r>
          </a:p>
        </p:txBody>
      </p:sp>
    </p:spTree>
    <p:extLst>
      <p:ext uri="{BB962C8B-B14F-4D97-AF65-F5344CB8AC3E}">
        <p14:creationId xmlns:p14="http://schemas.microsoft.com/office/powerpoint/2010/main" val="4203711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E127CB2-33CB-459A-42C8-5DB8DDF7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mitkä luokat voisivat toteuttaa rajapinnan? Mikä voisi olla rajapinta?</a:t>
            </a:r>
            <a:br>
              <a:rPr lang="fi-FI" dirty="0"/>
            </a:b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515EAEB-5EAC-C9BC-9D68-A37961A80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Luokat voivat toteuttaa rajapinnan </a:t>
            </a:r>
            <a:r>
              <a:rPr lang="fi-FI" dirty="0" err="1"/>
              <a:t>IAttack</a:t>
            </a:r>
            <a:r>
              <a:rPr lang="fi-FI" dirty="0"/>
              <a:t>.</a:t>
            </a:r>
            <a:br>
              <a:rPr lang="fi-FI" dirty="0"/>
            </a:br>
            <a:r>
              <a:rPr lang="fi-FI" dirty="0"/>
              <a:t>Rajapinta määrittää hyökkäys-funktion.</a:t>
            </a:r>
            <a:br>
              <a:rPr lang="fi-FI" dirty="0"/>
            </a:br>
            <a:r>
              <a:rPr lang="fi-FI" dirty="0"/>
              <a:t>Sekä </a:t>
            </a:r>
            <a:r>
              <a:rPr lang="fi-FI" b="1" dirty="0"/>
              <a:t>Player</a:t>
            </a:r>
            <a:r>
              <a:rPr lang="fi-FI" dirty="0"/>
              <a:t> että </a:t>
            </a:r>
            <a:r>
              <a:rPr lang="fi-FI" b="1" dirty="0" err="1"/>
              <a:t>Enemy</a:t>
            </a:r>
            <a:r>
              <a:rPr lang="fi-FI" dirty="0"/>
              <a:t> voivat käyttää sitä.</a:t>
            </a:r>
          </a:p>
        </p:txBody>
      </p:sp>
    </p:spTree>
    <p:extLst>
      <p:ext uri="{BB962C8B-B14F-4D97-AF65-F5344CB8AC3E}">
        <p14:creationId xmlns:p14="http://schemas.microsoft.com/office/powerpoint/2010/main" val="139508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A8C0A1D-6B44-2501-EADA-AC943CD9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mikä luokka omistaa toisen luokan olioita?</a:t>
            </a:r>
            <a:br>
              <a:rPr lang="fi-FI" dirty="0"/>
            </a:b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DAAE83B-C94D-8FB9-0508-726FF2C4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b="1" dirty="0" err="1"/>
              <a:t>Game</a:t>
            </a:r>
            <a:r>
              <a:rPr lang="fi-FI" dirty="0"/>
              <a:t> omistaa </a:t>
            </a:r>
            <a:r>
              <a:rPr lang="fi-FI" b="1" dirty="0" err="1"/>
              <a:t>Player</a:t>
            </a:r>
            <a:r>
              <a:rPr lang="fi-FI" dirty="0" err="1"/>
              <a:t>-</a:t>
            </a:r>
            <a:r>
              <a:rPr lang="fi-FI" dirty="0"/>
              <a:t> ja </a:t>
            </a:r>
            <a:r>
              <a:rPr lang="fi-FI" b="1" dirty="0"/>
              <a:t>Level</a:t>
            </a:r>
            <a:r>
              <a:rPr lang="fi-FI" dirty="0"/>
              <a:t>-oliot.</a:t>
            </a:r>
            <a:br>
              <a:rPr lang="fi-FI" dirty="0"/>
            </a:br>
            <a:r>
              <a:rPr lang="fi-FI" b="1" dirty="0"/>
              <a:t>Leve</a:t>
            </a:r>
            <a:r>
              <a:rPr lang="fi-FI" dirty="0"/>
              <a:t>l omistaa </a:t>
            </a:r>
            <a:r>
              <a:rPr lang="fi-FI" b="1" i="1" dirty="0" err="1"/>
              <a:t>Enemy</a:t>
            </a:r>
            <a:r>
              <a:rPr lang="fi-FI" dirty="0"/>
              <a:t>- ja </a:t>
            </a:r>
            <a:r>
              <a:rPr lang="fi-FI" b="1" dirty="0" err="1"/>
              <a:t>Item</a:t>
            </a:r>
            <a:r>
              <a:rPr lang="fi-FI" dirty="0"/>
              <a:t>-oliot.</a:t>
            </a:r>
            <a:br>
              <a:rPr lang="fi-FI" dirty="0"/>
            </a:br>
            <a:r>
              <a:rPr lang="fi-FI" dirty="0"/>
              <a:t>Omistaja luo ja poistaa oliot.</a:t>
            </a:r>
          </a:p>
        </p:txBody>
      </p:sp>
    </p:spTree>
    <p:extLst>
      <p:ext uri="{BB962C8B-B14F-4D97-AF65-F5344CB8AC3E}">
        <p14:creationId xmlns:p14="http://schemas.microsoft.com/office/powerpoint/2010/main" val="706180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158</Words>
  <Application>Microsoft Office PowerPoint</Application>
  <PresentationFormat>Laajakuva</PresentationFormat>
  <Paragraphs>15</Paragraphs>
  <Slides>6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Office-teema</vt:lpstr>
      <vt:lpstr>OLIO-OHJELMA HARJOITUSTYÖ SUUNNITELMA</vt:lpstr>
      <vt:lpstr>mitkä luokkamuuttujat voisivat olla public ja mitkä private? </vt:lpstr>
      <vt:lpstr>mitkä pelin funktiot kuuluvat mihinkin luokkaan, tarvitsetko lisää funktioita? </vt:lpstr>
      <vt:lpstr>mitkä luokat voisivat periytyä toisista luokista? </vt:lpstr>
      <vt:lpstr>mitkä luokat voisivat toteuttaa rajapinnan? Mikä voisi olla rajapinta? </vt:lpstr>
      <vt:lpstr>mikä luokka omistaa toisen luokan olioita?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Abdi Mustafa</dc:creator>
  <cp:lastModifiedBy>Abdi Mustafa</cp:lastModifiedBy>
  <cp:revision>1</cp:revision>
  <dcterms:created xsi:type="dcterms:W3CDTF">2025-08-18T06:44:21Z</dcterms:created>
  <dcterms:modified xsi:type="dcterms:W3CDTF">2026-01-10T12:26:16Z</dcterms:modified>
</cp:coreProperties>
</file>